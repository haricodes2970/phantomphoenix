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2B3B1-4144-47A4-A1FB-9E59EEEF007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68F7C-3087-4615-A0AB-C84D1E0A5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4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2E44B-9BB5-41AD-BE8C-4C2AFAD5436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0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7532-CA28-4B9F-8D68-BC4DEB991D41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8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1D84-2223-46F9-B414-ED03189429ED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7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19A-2BD5-4911-B8AF-21608460FD11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5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3E0ED-90AD-4694-B6CF-DDC4AADBA660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09F4-AE66-4B0C-96EE-0A52E106F131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1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EFBE-2E25-4CB4-B117-FA24117482D0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0AEB1-7140-495B-A2C5-C740E58C8239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38C2-863E-4896-BAAC-2B2EC6233C60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7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E630-63BF-4A7B-815A-D2A6055DD73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5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47F6-C35C-46F5-9E44-B4ECEC25A241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batch 2020-21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5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694BC-8539-4EE0-A63F-812EEDB6E48A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CSE, batch 2020-21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E7E82-5ABA-407E-9B5A-5CD798DAB2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2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524000"/>
            <a:ext cx="8610600" cy="4724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Artificial Intelligence and 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machinr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Learning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Project Presentation on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“Project Title”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Batch Number: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NAME				USN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of the Guide :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/Prof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Designation : Professor/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Prof/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Professor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0" y="6356350"/>
            <a:ext cx="2895600" cy="365125"/>
          </a:xfrm>
        </p:spPr>
        <p:txBody>
          <a:bodyPr/>
          <a:lstStyle/>
          <a:p>
            <a:r>
              <a:rPr lang="en-US" dirty="0"/>
              <a:t>Dept of AIML ,Batch 2020-24</a:t>
            </a:r>
          </a:p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47A458C-235B-AC67-FD8B-41351CD54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92" y="45720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2" name="image1.png">
            <a:extLst>
              <a:ext uri="{FF2B5EF4-FFF2-40B4-BE49-F238E27FC236}">
                <a16:creationId xmlns:a16="http://schemas.microsoft.com/office/drawing/2014/main" id="{06D90281-9ABE-7366-E664-EF34CDE0D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42" y="381000"/>
            <a:ext cx="882650" cy="68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093902C3-14EF-9CD4-55F2-EF1842763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872" y="368098"/>
            <a:ext cx="4974439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                               </a:t>
            </a: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Jyothy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Charitable Trust®                                </a:t>
            </a:r>
            <a:r>
              <a:rPr kumimoji="0" lang="en-GB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GB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Jyothy</a:t>
            </a:r>
            <a:r>
              <a:rPr kumimoji="0" lang="en-GB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Institute of Technology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     </a:t>
            </a: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Tataguni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off </a:t>
            </a: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Kanakapura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road, Bengaluru-560082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Approved by The 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ll 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ndia 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ouncil for 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echnical 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ducation (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AICTE) 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- New Delhi;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Affiliated to </a:t>
            </a:r>
            <a:r>
              <a:rPr kumimoji="0" lang="en-GB" altLang="en-US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V</a:t>
            </a: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isvesvaraya</a:t>
            </a:r>
            <a:r>
              <a:rPr kumimoji="0" lang="en-GB" altLang="en-US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echnological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U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niversity</a:t>
            </a:r>
            <a:r>
              <a:rPr kumimoji="0" lang="en-GB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(VTU)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Belagavi;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30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Proposed Methodology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 And Result Analysis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Demonstration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lvl="0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AIML, batch 2024-26</a:t>
            </a:r>
          </a:p>
        </p:txBody>
      </p:sp>
    </p:spTree>
    <p:extLst>
      <p:ext uri="{BB962C8B-B14F-4D97-AF65-F5344CB8AC3E}">
        <p14:creationId xmlns:p14="http://schemas.microsoft.com/office/powerpoint/2010/main" val="85873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111</Words>
  <Application>Microsoft Office PowerPoint</Application>
  <PresentationFormat>On-screen Show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Contents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SOUMYA K N</cp:lastModifiedBy>
  <cp:revision>20</cp:revision>
  <dcterms:created xsi:type="dcterms:W3CDTF">2020-08-21T09:12:09Z</dcterms:created>
  <dcterms:modified xsi:type="dcterms:W3CDTF">2026-10-09T11:00:17Z</dcterms:modified>
</cp:coreProperties>
</file>